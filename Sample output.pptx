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D6C9-0F9F-4EA9-A8A7-4A2C6BA8570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33C44-D325-4894-86CD-6032282434B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33C44-D325-4894-86CD-6032282434B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81162-4845-4087-A86A-B0F4158ABC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DD470-86CD-40A7-ABCA-8F089B44685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752600" y="0"/>
            <a:ext cx="9372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752600" y="3733800"/>
            <a:ext cx="124968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1752600" y="7315200"/>
            <a:ext cx="124968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On-screen Show (4:3)</PresentationFormat>
  <Paragraphs>1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1</cp:revision>
  <dcterms:created xsi:type="dcterms:W3CDTF">2026-06-24T05:40:00Z</dcterms:created>
  <dcterms:modified xsi:type="dcterms:W3CDTF">2026-06-24T05:44:14Z</dcterms:modified>
</cp:coreProperties>
</file>